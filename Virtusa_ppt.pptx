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68" r:id="rId4"/>
    <p:sldId id="257" r:id="rId6"/>
    <p:sldId id="267" r:id="rId7"/>
    <p:sldId id="258" r:id="rId8"/>
    <p:sldId id="284" r:id="rId9"/>
    <p:sldId id="274" r:id="rId10"/>
    <p:sldId id="281" r:id="rId11"/>
    <p:sldId id="282" r:id="rId12"/>
    <p:sldId id="283" r:id="rId13"/>
    <p:sldId id="285" r:id="rId14"/>
    <p:sldId id="286" r:id="rId15"/>
    <p:sldId id="287" r:id="rId16"/>
    <p:sldId id="288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66" autoAdjust="0"/>
    <p:restoredTop sz="94660"/>
  </p:normalViewPr>
  <p:slideViewPr>
    <p:cSldViewPr snapToGrid="0" snapToObjects="1" showGuides="1">
      <p:cViewPr varScale="1">
        <p:scale>
          <a:sx n="56" d="100"/>
          <a:sy n="56" d="100"/>
        </p:scale>
        <p:origin x="852" y="44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930BB8-126C-4BF6-B4F4-842104A90A5D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0A67CF-655D-4412-8F6E-D84C5127FA9D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0A67CF-655D-4412-8F6E-D84C5127FA9D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BDD9F-289A-4812-B515-7915762985E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A880-8675-46A2-9177-036FDE7EB30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674BF-7DF7-4D5B-866B-EFC61DA7BF6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2504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2"/>
            <a:ext cx="4032504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1B56F-6795-4196-8A20-CAFA83C0A195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946C2-F4A1-4A87-9A03-2FAEB858E33F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6C6F1-36C2-4221-BC93-4B41AFEFB91E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1AA7-B474-46B8-AAAF-8C21173A6A8C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7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3EA94-1D6B-40AD-B187-8184F0DF0622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7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852AD-CE98-43C4-BA86-082FE163DE2A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246E7-CC1F-4702-AEB3-E283AD1BBB7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5293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B59D-8E17-4365-A3DC-8CDC68FB829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B086278F-3EC3-4401-A0F3-517BF0BCD724}" type="datetime1">
              <a:rPr lang="en-US" smtClean="0"/>
            </a:fld>
            <a:endParaRPr lang="en-US"/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710" y="1374140"/>
            <a:ext cx="8487410" cy="2217420"/>
          </a:xfrm>
        </p:spPr>
        <p:txBody>
          <a:bodyPr>
            <a:normAutofit/>
          </a:bodyPr>
          <a:lstStyle/>
          <a:p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Intelligent Customer Review Analyzer for E-Commerce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4377690"/>
            <a:ext cx="7553960" cy="1913890"/>
          </a:xfrm>
        </p:spPr>
        <p:txBody>
          <a:bodyPr>
            <a:normAutofit fontScale="70000" lnSpcReduction="20000"/>
          </a:bodyPr>
          <a:lstStyle/>
          <a:p>
            <a:r>
              <a:rPr lang="en-IN" altLang="en-US" sz="22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 </a:t>
            </a:r>
            <a:r>
              <a:rPr lang="en-US" sz="22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US" sz="220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IN" altLang="en-US" sz="27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Name:  AKSHAY KUMAR</a:t>
            </a:r>
            <a:br>
              <a:rPr lang="en-US" sz="27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altLang="en-US" sz="27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ID : - 8177692</a:t>
            </a:r>
            <a:br>
              <a:rPr lang="en-US" sz="27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altLang="en-US" sz="27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AWS Intern</a:t>
            </a:r>
            <a:br>
              <a:rPr lang="en-US" sz="27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70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IN" altLang="en-US" sz="27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Manager </a:t>
            </a:r>
            <a:r>
              <a:rPr lang="en-US" sz="27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altLang="en-US" sz="27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 Ravi Kumar Jagarlapudi</a:t>
            </a:r>
            <a:r>
              <a:rPr lang="en-US" sz="27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70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sz="270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E2033-DE3F-4164-AC97-7892E211BE02}" type="datetime1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8940" y="116205"/>
            <a:ext cx="2202180" cy="1504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b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  <a:b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Used </a:t>
            </a:r>
            <a:endParaRPr lang="en-IN" altLang="en-US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altLang="en-US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Result</a:t>
            </a:r>
            <a:b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GB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  <a:br>
              <a:rPr lang="en-US" dirty="0"/>
            </a:br>
            <a:endParaRPr lang="en-US" altLang="en-GB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6A1C-B331-4013-9768-903A4FACBBCF}" type="datetime1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8940" y="116205"/>
            <a:ext cx="2202180" cy="11817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NTRODUCTION</a:t>
            </a:r>
            <a:r>
              <a:rPr lang="en-IN" b="1" dirty="0"/>
              <a:t>   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40"/>
            <a:ext cx="8229600" cy="4708525"/>
          </a:xfrm>
        </p:spPr>
        <p:txBody>
          <a:bodyPr>
            <a:normAutofit fontScale="25000"/>
          </a:bodyPr>
          <a:lstStyle/>
          <a:p>
            <a:pPr algn="just"/>
            <a:endParaRPr lang="en-IN" sz="2000" dirty="0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platforms receive thousands of customer reviews, and analyzing them manually is time-consuming, inconsistent, and inefficient.</a:t>
            </a:r>
            <a:endParaRPr lang="en-US" altLang="en-GB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automates the entire review analysis process using AWS cloud services, ensuring scalability, accuracy, and real-time insights.</a:t>
            </a:r>
            <a:endParaRPr lang="en-US" altLang="en-GB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performs sentiment analysis, key phrase extraction, and review summarization using Amazon Comprehend and a SageMaker summarization model.</a:t>
            </a:r>
            <a:endParaRPr lang="en-US" altLang="en-GB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Processed results are stored in DynamoDB and visualized in QuickSight dashboards for decision-making and trend analysis.</a:t>
            </a:r>
            <a:endParaRPr lang="en-US" altLang="en-GB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helps businesses understand customer satisfaction, identify issues, and improve products by extracting intelligence from raw review text.</a:t>
            </a:r>
            <a:endParaRPr lang="en-US" altLang="en-GB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dirty="0"/>
          </a:p>
          <a:p>
            <a:pPr marL="0" indent="0" algn="just">
              <a:buNone/>
            </a:pPr>
            <a:endParaRPr lang="en-IN" sz="2000" dirty="0"/>
          </a:p>
          <a:p>
            <a:pPr marL="0" indent="0" algn="just">
              <a:buNone/>
            </a:pPr>
            <a:endParaRPr lang="en-IN" sz="2000" dirty="0"/>
          </a:p>
          <a:p>
            <a:pPr marL="0" indent="0" algn="just">
              <a:buNone/>
            </a:pPr>
            <a:endParaRPr lang="en-IN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C67A9-BCDB-4E25-B6C6-09F8779DC07E}" type="datetime1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8940" y="116205"/>
            <a:ext cx="2202180" cy="13125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6534" y="571818"/>
            <a:ext cx="7180053" cy="1143000"/>
          </a:xfrm>
        </p:spPr>
        <p:txBody>
          <a:bodyPr>
            <a:normAutofit fontScale="90000"/>
          </a:bodyPr>
          <a:lstStyle/>
          <a:p>
            <a:br>
              <a:rPr lang="en-US" sz="4445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4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altLang="en-US" sz="444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ROBLEM STATEMENT</a:t>
            </a:r>
            <a:r>
              <a:rPr lang="en-US" sz="4900" b="1" dirty="0"/>
              <a:t> </a:t>
            </a:r>
            <a:endParaRPr lang="en-IN" b="1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515620" y="1734185"/>
            <a:ext cx="7954010" cy="4495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indent="0" algn="just" rtl="0" eaLnBrk="0" hangingPunct="0">
              <a:spcBef>
                <a:spcPct val="0"/>
              </a:spcBef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0" eaLnBrk="0" hangingPunct="0">
              <a:lnSpc>
                <a:spcPct val="150000"/>
              </a:lnSpc>
              <a:spcBef>
                <a:spcPct val="0"/>
              </a:spcBef>
              <a:buNone/>
            </a:pP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330" indent="-354330" algn="just" rtl="0" eaLnBrk="0" hangingPunct="0">
              <a:lnSpc>
                <a:spcPct val="150000"/>
              </a:lnSpc>
              <a:spcBef>
                <a:spcPct val="0"/>
              </a:spcBef>
            </a:pPr>
            <a:endParaRPr lang="en-I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330" indent="-354330" algn="just" rtl="0" eaLnBrk="0" hangingPunct="0">
              <a:lnSpc>
                <a:spcPct val="150000"/>
              </a:lnSpc>
              <a:spcBef>
                <a:spcPct val="0"/>
              </a:spcBef>
            </a:pPr>
            <a:r>
              <a:rPr lang="en-US" alt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platforms receive massive volumes of customer reviews, making it difficult for businesses to manually analyze and extract meaningful insights.</a:t>
            </a:r>
            <a:endParaRPr lang="en-US" alt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330" indent="-354330" algn="just" rtl="0" eaLnBrk="0" hangingPunct="0">
              <a:lnSpc>
                <a:spcPct val="150000"/>
              </a:lnSpc>
              <a:spcBef>
                <a:spcPct val="0"/>
              </a:spcBef>
            </a:pPr>
            <a:r>
              <a:rPr lang="en-US" alt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review processing is slow, error-prone, and inconsistent, leading to missed customer complaints, unclear sentiment patterns, and delayed decision-making.</a:t>
            </a:r>
            <a:endParaRPr lang="en-US" alt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330" indent="-354330" algn="just" rtl="0" eaLnBrk="0" hangingPunct="0">
              <a:lnSpc>
                <a:spcPct val="150000"/>
              </a:lnSpc>
              <a:spcBef>
                <a:spcPct val="0"/>
              </a:spcBef>
            </a:pPr>
            <a:r>
              <a:rPr lang="en-US" alt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cannot efficiently detect sentiment, key issues, or emerging customer concerns, especially across large datasets and varied product categories.</a:t>
            </a:r>
            <a:endParaRPr lang="en-US" alt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330" indent="-354330" algn="just" rtl="0" eaLnBrk="0" hangingPunct="0">
              <a:lnSpc>
                <a:spcPct val="150000"/>
              </a:lnSpc>
              <a:spcBef>
                <a:spcPct val="0"/>
              </a:spcBef>
            </a:pPr>
            <a:r>
              <a:rPr lang="en-US" alt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lack an automated, scalable, and intelligent solution that can seamlessly analyze reviews, summarize customer opinions, and provide actionable insights in real time.</a:t>
            </a:r>
            <a:endParaRPr lang="en-US" alt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330" indent="-354330" algn="just" rtl="0" eaLnBrk="0" hangingPunct="0">
              <a:lnSpc>
                <a:spcPct val="150000"/>
              </a:lnSpc>
              <a:spcBef>
                <a:spcPct val="0"/>
              </a:spcBef>
            </a:pPr>
            <a:endParaRPr lang="en-US" alt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330" indent="-354330" algn="just" rtl="0" eaLnBrk="0" hangingPunct="0">
              <a:lnSpc>
                <a:spcPct val="150000"/>
              </a:lnSpc>
              <a:spcBef>
                <a:spcPct val="0"/>
              </a:spcBef>
            </a:pPr>
            <a:endParaRPr lang="en-US" alt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0" eaLnBrk="0" hangingPunct="0">
              <a:spcBef>
                <a:spcPct val="0"/>
              </a:spcBef>
            </a:pPr>
            <a:endParaRPr lang="en-US" alt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C733A-7B04-48F8-ADDB-086E2983365B}" type="datetime1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8940" y="116205"/>
            <a:ext cx="2202180" cy="887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4638"/>
            <a:ext cx="6081623" cy="114300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4272"/>
            <a:ext cx="8481060" cy="493585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 through S3 Trigger:</a:t>
            </a:r>
            <a:endParaRPr lang="en-US" alt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review CSV files are uploaded to Amazon S3, which automatically triggers a Lambda function to start the processing pipeline.</a:t>
            </a:r>
            <a:endParaRPr lang="en-US" alt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NLP Processing with Amazon Comprehend:</a:t>
            </a:r>
            <a:endParaRPr lang="en-US" alt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ingestion Lambda extracts review text and uses Comprehend to perform sentiment analysis and key-phrase extraction, converting raw text into structured insights.</a:t>
            </a:r>
            <a:endParaRPr lang="en-US" alt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Storage in DynamoDB:</a:t>
            </a:r>
            <a:endParaRPr lang="en-US" alt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Processed review records—sentiment, rating, key phrases, and category—are stored in the ReviewAnalysis DynamoDB table for fast querying and retrieval.</a:t>
            </a:r>
            <a:endParaRPr lang="en-US" alt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Summarization using SageMaker:</a:t>
            </a:r>
            <a:endParaRPr lang="en-US" alt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second Lambda function retrieves processed reviews, sends them to a deployed SageMaker summarization model, and stores the generated summary back into DynamoDB.</a:t>
            </a:r>
            <a:endParaRPr lang="en-US" alt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Visualization in QuickSight:</a:t>
            </a:r>
            <a:endParaRPr lang="en-US" alt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cleaned data and summary are exported to S3 and visualized in Amazon QuickSight to produce KPIs, sentiment charts, word clouds, and review tables.</a:t>
            </a:r>
            <a:endParaRPr lang="en-US" alt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93B07-0E47-416C-A0B9-A910CF79BF0C}" type="datetime1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8940" y="116205"/>
            <a:ext cx="2202180" cy="8877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515" y="352108"/>
            <a:ext cx="8229600" cy="1143000"/>
          </a:xfrm>
        </p:spPr>
        <p:txBody>
          <a:bodyPr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YSTEM ARCHITECTURE </a:t>
            </a:r>
            <a:endParaRPr lang="en-GB" altLang="en-US"/>
          </a:p>
        </p:txBody>
      </p:sp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40155" y="2557145"/>
            <a:ext cx="6538595" cy="312102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29BA880-8675-46A2-9177-036FDE7EB30E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505460" y="1841500"/>
            <a:ext cx="8161655" cy="522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 modular, event-driven architecture where AWS S3 triggers an AWS Lambda function to perform NLP processing using Amazon Comprehend and BigBird/Pegasus models in SageMaker, with structured insights stored in DynamoDB and visualized through QuickSight dashboards.</a:t>
            </a:r>
            <a:endParaRPr lang="en-GB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900" y="116205"/>
            <a:ext cx="1633220" cy="11099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USED</a:t>
            </a:r>
            <a:endParaRPr lang="en-IN" alt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A925B-3DE1-46BD-A346-3250C46054F8}" type="datetime1">
              <a:rPr lang="en-US" smtClean="0"/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8940" y="116205"/>
            <a:ext cx="2202180" cy="88773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957580" y="1774190"/>
            <a:ext cx="6992620" cy="1170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1. Amazon S3 (Simple Storage Service)</a:t>
            </a:r>
            <a:endParaRPr lang="en-US" altLang="en-GB"/>
          </a:p>
          <a:p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Used to store raw customer review CSV files. Uploading a file triggers the ingestion Lambda function.</a:t>
            </a:r>
            <a:endParaRPr lang="en-US" altLang="en-GB"/>
          </a:p>
        </p:txBody>
      </p:sp>
      <p:pic>
        <p:nvPicPr>
          <p:cNvPr id="8" name="Picture 7" descr="AWS_s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85" y="3148330"/>
            <a:ext cx="7630795" cy="30968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SERVICES USED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 sz="1800"/>
              <a:t>AWS Lambda</a:t>
            </a:r>
            <a:endParaRPr lang="en-US" altLang="en-GB" sz="1800"/>
          </a:p>
          <a:p>
            <a:pPr lvl="1"/>
            <a:r>
              <a:rPr lang="en-US" altLang="en-GB" sz="1800">
                <a:latin typeface="Times New Roman" panose="02020603050405020304" pitchFamily="18" charset="0"/>
                <a:cs typeface="Times New Roman" panose="02020603050405020304" pitchFamily="18" charset="0"/>
              </a:rPr>
              <a:t>Two Lambda functions are used:</a:t>
            </a:r>
            <a:endParaRPr lang="en-US" altLang="en-GB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GB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Ingestion Lambda: Reads CSV from S3, calls Comprehend, stores cleaned data in DynamoDB.</a:t>
            </a:r>
            <a:endParaRPr lang="en-US" altLang="en-GB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GB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29BA880-8675-46A2-9177-036FDE7EB30E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3400" y="116205"/>
            <a:ext cx="2077720" cy="80137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425825" y="190944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  <p:pic>
        <p:nvPicPr>
          <p:cNvPr id="9" name="Picture 8" descr="Ingest_lambda_s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930" y="3166745"/>
            <a:ext cx="7360285" cy="29597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SERVICES USED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 sz="1800">
                <a:latin typeface="Times New Roman" panose="02020603050405020304" pitchFamily="18" charset="0"/>
                <a:cs typeface="Times New Roman" panose="02020603050405020304" pitchFamily="18" charset="0"/>
              </a:rPr>
              <a:t>Summarization Lambda: </a:t>
            </a:r>
            <a:endParaRPr lang="en-US" altLang="en-GB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GB" sz="1800">
                <a:latin typeface="Times New Roman" panose="02020603050405020304" pitchFamily="18" charset="0"/>
                <a:cs typeface="Times New Roman" panose="02020603050405020304" pitchFamily="18" charset="0"/>
              </a:rPr>
              <a:t>Fetches reviews from DynamoDB, sends them to SageMaker, and stores the summary.</a:t>
            </a:r>
            <a:endParaRPr lang="en-US" altLang="en-GB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AWS S3 Trigger </a:t>
            </a:r>
            <a:endParaRPr lang="en-IN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29BA880-8675-46A2-9177-036FDE7EB30E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6" name="Picture 5" descr="trigger_S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315" y="2871470"/>
            <a:ext cx="7320915" cy="33737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400" y="116205"/>
            <a:ext cx="2077720" cy="8013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SERVICES USED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 sz="1800">
                <a:latin typeface="Times New Roman" panose="02020603050405020304" pitchFamily="18" charset="0"/>
                <a:cs typeface="Times New Roman" panose="02020603050405020304" pitchFamily="18" charset="0"/>
              </a:rPr>
              <a:t>Amazon DynamoDB</a:t>
            </a:r>
            <a:endParaRPr lang="en-US" altLang="en-GB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GB" sz="1575">
                <a:latin typeface="Times New Roman" panose="02020603050405020304" pitchFamily="18" charset="0"/>
                <a:cs typeface="Times New Roman" panose="02020603050405020304" pitchFamily="18" charset="0"/>
              </a:rPr>
              <a:t>Serves as the database to store structured review data, including sentiment, rating, key phrases, and generated summaries.</a:t>
            </a:r>
            <a:endParaRPr lang="en-US" altLang="en-GB" sz="157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GB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29BA880-8675-46A2-9177-036FDE7EB30E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6" name="Picture 5" descr="DynamoDb_S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2646045"/>
            <a:ext cx="7976870" cy="34804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400" y="116205"/>
            <a:ext cx="2077720" cy="8013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SERVICES USED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 sz="1800">
                <a:latin typeface="Times New Roman" panose="02020603050405020304" pitchFamily="18" charset="0"/>
                <a:cs typeface="Times New Roman" panose="02020603050405020304" pitchFamily="18" charset="0"/>
              </a:rPr>
              <a:t>Amazon SageMaker (JumpStart Model)</a:t>
            </a:r>
            <a:endParaRPr lang="en-US" altLang="en-GB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GB" sz="1575">
                <a:latin typeface="Times New Roman" panose="02020603050405020304" pitchFamily="18" charset="0"/>
                <a:cs typeface="Times New Roman" panose="02020603050405020304" pitchFamily="18" charset="0"/>
              </a:rPr>
              <a:t>Used to deploy a pre-trained text summarization model, which generates a consolidated summary of all customer reviews.</a:t>
            </a:r>
            <a:endParaRPr lang="en-US" altLang="en-GB" sz="157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en-GB" sz="157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29BA880-8675-46A2-9177-036FDE7EB30E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6" name="Picture 5" descr="sagemaker_s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085" y="2595245"/>
            <a:ext cx="8264525" cy="34042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400" y="116205"/>
            <a:ext cx="2077720" cy="8013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SERVICES USED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 sz="1800">
                <a:latin typeface="Times New Roman" panose="02020603050405020304" pitchFamily="18" charset="0"/>
                <a:cs typeface="Times New Roman" panose="02020603050405020304" pitchFamily="18" charset="0"/>
              </a:rPr>
              <a:t>Amazon QuickSight</a:t>
            </a:r>
            <a:r>
              <a:rPr lang="en-IN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and Cloud Watch</a:t>
            </a:r>
            <a:endParaRPr lang="en-US" altLang="en-GB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GB" sz="1575">
                <a:latin typeface="Times New Roman" panose="02020603050405020304" pitchFamily="18" charset="0"/>
                <a:cs typeface="Times New Roman" panose="02020603050405020304" pitchFamily="18" charset="0"/>
              </a:rPr>
              <a:t>Used to create dashboards and visualizations, including KPIs, sentiment distribution, rating analysis, and review tables.</a:t>
            </a:r>
            <a:r>
              <a:rPr lang="en-IN" altLang="en-US" sz="15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altLang="en-US" sz="157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altLang="en-US" sz="1575">
                <a:latin typeface="Times New Roman" panose="02020603050405020304" pitchFamily="18" charset="0"/>
                <a:cs typeface="Times New Roman" panose="02020603050405020304" pitchFamily="18" charset="0"/>
              </a:rPr>
              <a:t>Cloud used for logs monitoring.</a:t>
            </a:r>
            <a:endParaRPr lang="en-IN" altLang="en-US" sz="157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altLang="en-US" sz="157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29BA880-8675-46A2-9177-036FDE7EB30E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535" y="2855595"/>
            <a:ext cx="7938770" cy="33896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400" y="116205"/>
            <a:ext cx="2077720" cy="8013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FINAL RESULT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GB" sz="1800">
                <a:latin typeface="Times New Roman" panose="02020603050405020304" pitchFamily="18" charset="0"/>
                <a:cs typeface="Times New Roman" panose="02020603050405020304" pitchFamily="18" charset="0"/>
              </a:rPr>
              <a:t>he final QuickSight dashboard provides an interactive, end-to-end visualization of customer reviews, including KPIs, sentiment analysis, keyword insights, and product category trends, enabling clear and actionable business insights.</a:t>
            </a:r>
            <a:endParaRPr lang="en-US" altLang="en-GB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GB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29BA880-8675-46A2-9177-036FDE7EB30E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6" name="Picture 5" descr="Quicksight_s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565" y="2621280"/>
            <a:ext cx="8070215" cy="36239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400" y="116205"/>
            <a:ext cx="2077720" cy="8013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4640"/>
            <a:ext cx="7814945" cy="1143000"/>
          </a:xfrm>
        </p:spPr>
        <p:txBody>
          <a:bodyPr/>
          <a:p>
            <a:r>
              <a:rPr lang="en-IN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FUTURE ENAHNCEMENT</a:t>
            </a:r>
            <a:endParaRPr lang="en-IN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Amazon Kinesis to process customer reviews in real time instead of batch uploads. This enables instant sentiment detection and live dashboard updates.</a:t>
            </a:r>
            <a:endParaRPr lang="en-US" altLang="en-GB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1800">
                <a:latin typeface="Times New Roman" panose="02020603050405020304" pitchFamily="18" charset="0"/>
                <a:cs typeface="Times New Roman" panose="02020603050405020304" pitchFamily="18" charset="0"/>
              </a:rPr>
              <a:t>Add Amazon Translate so reviews written in different languages can be automatically translated to English and analyzed using Comprehend.</a:t>
            </a:r>
            <a:endParaRPr lang="en-US" altLang="en-GB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1800">
                <a:latin typeface="Times New Roman" panose="02020603050405020304" pitchFamily="18" charset="0"/>
                <a:cs typeface="Times New Roman" panose="02020603050405020304" pitchFamily="18" charset="0"/>
              </a:rPr>
              <a:t>Use Amazon SageMaker to build a recommendation model that suggests products based on customer sentiment patterns and keywords extracted from reviews.</a:t>
            </a:r>
            <a:endParaRPr lang="en-US" altLang="en-GB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180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Amazon SNS to send automatic alerts when negative sentiment spikes or when specific keywords (e.g., “refund”, “broken”) appear frequently.</a:t>
            </a:r>
            <a:endParaRPr lang="en-US" altLang="en-GB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29BA880-8675-46A2-9177-036FDE7EB30E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0395" y="0"/>
            <a:ext cx="2077720" cy="9074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29B39-6347-46B1-988E-7C172B5A3F50}" type="datetime1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4728</Words>
  <Application>WPS Presentation</Application>
  <PresentationFormat>On-screen Show (4:3)</PresentationFormat>
  <Paragraphs>174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SimSun</vt:lpstr>
      <vt:lpstr>Wingdings</vt:lpstr>
      <vt:lpstr>Times New Roman</vt:lpstr>
      <vt:lpstr>Calibri</vt:lpstr>
      <vt:lpstr>Times New Roman</vt:lpstr>
      <vt:lpstr>Microsoft YaHei</vt:lpstr>
      <vt:lpstr>Arial Unicode MS</vt:lpstr>
      <vt:lpstr>Default Design</vt:lpstr>
      <vt:lpstr>          MULTI-CLOUD TASK SCHEDULING USING FEDERATED LEARNING</vt:lpstr>
      <vt:lpstr>AGENDA            </vt:lpstr>
      <vt:lpstr>INTRODUCTION   </vt:lpstr>
      <vt:lpstr>PROBLEM STATEMENT </vt:lpstr>
      <vt:lpstr>MOTIVATION</vt:lpstr>
      <vt:lpstr>PowerPoint 演示文稿</vt:lpstr>
      <vt:lpstr>LITERATURE SURVEY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CUSTOMER SERVICE AGENT WITH AZUREML AND OPENAI</dc:title>
  <dc:creator>ritesh verma</dc:creator>
  <dc:description>generated using python-pptx</dc:description>
  <cp:lastModifiedBy>Akshay Kumar</cp:lastModifiedBy>
  <cp:revision>25</cp:revision>
  <dcterms:created xsi:type="dcterms:W3CDTF">2013-01-27T09:14:00Z</dcterms:created>
  <dcterms:modified xsi:type="dcterms:W3CDTF">2025-11-21T05:32:28Z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476FF57688F74E4F80FC278401B37DFF_13</vt:lpwstr>
  </property>
  <property fmtid="{D5CDD505-2E9C-101B-9397-08002B2CF9AE}" pid="3" name="KSOProductBuildVer">
    <vt:lpwstr>2057-12.2.0.23155</vt:lpwstr>
  </property>
</Properties>
</file>